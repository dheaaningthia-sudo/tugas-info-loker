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Funtastic" charset="1" panose="00000000000000000000"/>
      <p:regular r:id="rId13"/>
    </p:embeddedFont>
    <p:embeddedFont>
      <p:font typeface="Genty Sans" charset="1" panose="000006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1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72511" y="7598196"/>
            <a:ext cx="6141582" cy="5010507"/>
          </a:xfrm>
          <a:custGeom>
            <a:avLst/>
            <a:gdLst/>
            <a:ahLst/>
            <a:cxnLst/>
            <a:rect r="r" b="b" t="t" l="l"/>
            <a:pathLst>
              <a:path h="5010507" w="6141582">
                <a:moveTo>
                  <a:pt x="0" y="0"/>
                </a:moveTo>
                <a:lnTo>
                  <a:pt x="6141582" y="0"/>
                </a:lnTo>
                <a:lnTo>
                  <a:pt x="6141582" y="5010507"/>
                </a:lnTo>
                <a:lnTo>
                  <a:pt x="0" y="50105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165570" y="-2387293"/>
            <a:ext cx="6141582" cy="5010507"/>
          </a:xfrm>
          <a:custGeom>
            <a:avLst/>
            <a:gdLst/>
            <a:ahLst/>
            <a:cxnLst/>
            <a:rect r="r" b="b" t="t" l="l"/>
            <a:pathLst>
              <a:path h="5010507" w="6141582">
                <a:moveTo>
                  <a:pt x="6141582" y="0"/>
                </a:moveTo>
                <a:lnTo>
                  <a:pt x="0" y="0"/>
                </a:lnTo>
                <a:lnTo>
                  <a:pt x="0" y="5010507"/>
                </a:lnTo>
                <a:lnTo>
                  <a:pt x="6141582" y="5010507"/>
                </a:lnTo>
                <a:lnTo>
                  <a:pt x="6141582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87406" y="2250654"/>
            <a:ext cx="14913188" cy="4652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76"/>
              </a:lnSpc>
            </a:pPr>
            <a:r>
              <a:rPr lang="en-US" sz="17800">
                <a:solidFill>
                  <a:srgbClr val="654225"/>
                </a:solidFill>
                <a:latin typeface="Funtastic"/>
                <a:ea typeface="Funtastic"/>
                <a:cs typeface="Funtastic"/>
                <a:sym typeface="Funtastic"/>
              </a:rPr>
              <a:t>Aplikasi Info Loker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907977" y="-1585106"/>
            <a:ext cx="4702646" cy="4448878"/>
          </a:xfrm>
          <a:custGeom>
            <a:avLst/>
            <a:gdLst/>
            <a:ahLst/>
            <a:cxnLst/>
            <a:rect r="r" b="b" t="t" l="l"/>
            <a:pathLst>
              <a:path h="4448878" w="4702646">
                <a:moveTo>
                  <a:pt x="0" y="0"/>
                </a:moveTo>
                <a:lnTo>
                  <a:pt x="4702646" y="0"/>
                </a:lnTo>
                <a:lnTo>
                  <a:pt x="4702646" y="4448878"/>
                </a:lnTo>
                <a:lnTo>
                  <a:pt x="0" y="44488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1322623" y="7417221"/>
            <a:ext cx="4702646" cy="4448878"/>
          </a:xfrm>
          <a:custGeom>
            <a:avLst/>
            <a:gdLst/>
            <a:ahLst/>
            <a:cxnLst/>
            <a:rect r="r" b="b" t="t" l="l"/>
            <a:pathLst>
              <a:path h="4448878" w="4702646">
                <a:moveTo>
                  <a:pt x="4702646" y="4448878"/>
                </a:moveTo>
                <a:lnTo>
                  <a:pt x="0" y="4448878"/>
                </a:lnTo>
                <a:lnTo>
                  <a:pt x="0" y="0"/>
                </a:lnTo>
                <a:lnTo>
                  <a:pt x="4702646" y="0"/>
                </a:lnTo>
                <a:lnTo>
                  <a:pt x="4702646" y="444887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981363">
            <a:off x="8641510" y="-1939440"/>
            <a:ext cx="4230168" cy="4114800"/>
          </a:xfrm>
          <a:custGeom>
            <a:avLst/>
            <a:gdLst/>
            <a:ahLst/>
            <a:cxnLst/>
            <a:rect r="r" b="b" t="t" l="l"/>
            <a:pathLst>
              <a:path h="4114800" w="4230168">
                <a:moveTo>
                  <a:pt x="0" y="0"/>
                </a:moveTo>
                <a:lnTo>
                  <a:pt x="4230168" y="0"/>
                </a:lnTo>
                <a:lnTo>
                  <a:pt x="42301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981363">
            <a:off x="6211183" y="8229600"/>
            <a:ext cx="4230168" cy="4114800"/>
          </a:xfrm>
          <a:custGeom>
            <a:avLst/>
            <a:gdLst/>
            <a:ahLst/>
            <a:cxnLst/>
            <a:rect r="r" b="b" t="t" l="l"/>
            <a:pathLst>
              <a:path h="4114800" w="4230168">
                <a:moveTo>
                  <a:pt x="0" y="0"/>
                </a:moveTo>
                <a:lnTo>
                  <a:pt x="4230168" y="0"/>
                </a:lnTo>
                <a:lnTo>
                  <a:pt x="42301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981363">
            <a:off x="16961168" y="3328472"/>
            <a:ext cx="4230168" cy="4114800"/>
          </a:xfrm>
          <a:custGeom>
            <a:avLst/>
            <a:gdLst/>
            <a:ahLst/>
            <a:cxnLst/>
            <a:rect r="r" b="b" t="t" l="l"/>
            <a:pathLst>
              <a:path h="4114800" w="4230168">
                <a:moveTo>
                  <a:pt x="0" y="0"/>
                </a:moveTo>
                <a:lnTo>
                  <a:pt x="4230169" y="0"/>
                </a:lnTo>
                <a:lnTo>
                  <a:pt x="42301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0410457">
            <a:off x="-2761831" y="2849174"/>
            <a:ext cx="4230168" cy="4114800"/>
          </a:xfrm>
          <a:custGeom>
            <a:avLst/>
            <a:gdLst/>
            <a:ahLst/>
            <a:cxnLst/>
            <a:rect r="r" b="b" t="t" l="l"/>
            <a:pathLst>
              <a:path h="4114800" w="4230168">
                <a:moveTo>
                  <a:pt x="0" y="0"/>
                </a:moveTo>
                <a:lnTo>
                  <a:pt x="4230169" y="0"/>
                </a:lnTo>
                <a:lnTo>
                  <a:pt x="42301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97058" y="7017500"/>
            <a:ext cx="12093885" cy="164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4566">
                <a:solidFill>
                  <a:srgbClr val="654225"/>
                </a:solidFill>
                <a:latin typeface="Genty Sans"/>
                <a:ea typeface="Genty Sans"/>
                <a:cs typeface="Genty Sans"/>
                <a:sym typeface="Genty Sans"/>
              </a:rPr>
              <a:t> Dhea Aningthia</a:t>
            </a:r>
          </a:p>
          <a:p>
            <a:pPr algn="ctr">
              <a:lnSpc>
                <a:spcPts val="4200"/>
              </a:lnSpc>
            </a:pPr>
            <a:r>
              <a:rPr lang="en-US" sz="4566">
                <a:solidFill>
                  <a:srgbClr val="654225"/>
                </a:solidFill>
                <a:latin typeface="Genty Sans"/>
                <a:ea typeface="Genty Sans"/>
                <a:cs typeface="Genty Sans"/>
                <a:sym typeface="Genty Sans"/>
              </a:rPr>
              <a:t>Nim : 2302094</a:t>
            </a:r>
          </a:p>
          <a:p>
            <a:pPr algn="ctr">
              <a:lnSpc>
                <a:spcPts val="4200"/>
              </a:lnSpc>
            </a:pPr>
            <a:r>
              <a:rPr lang="en-US" sz="4566">
                <a:solidFill>
                  <a:srgbClr val="654225"/>
                </a:solidFill>
                <a:latin typeface="Genty Sans"/>
                <a:ea typeface="Genty Sans"/>
                <a:cs typeface="Genty Sans"/>
                <a:sym typeface="Genty Sans"/>
              </a:rPr>
              <a:t>Kelas : 23S03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4164603" y="0"/>
            <a:ext cx="4123397" cy="3443036"/>
          </a:xfrm>
          <a:custGeom>
            <a:avLst/>
            <a:gdLst/>
            <a:ahLst/>
            <a:cxnLst/>
            <a:rect r="r" b="b" t="t" l="l"/>
            <a:pathLst>
              <a:path h="3443036" w="4123397">
                <a:moveTo>
                  <a:pt x="0" y="3443036"/>
                </a:moveTo>
                <a:lnTo>
                  <a:pt x="4123397" y="3443036"/>
                </a:lnTo>
                <a:lnTo>
                  <a:pt x="4123397" y="0"/>
                </a:lnTo>
                <a:lnTo>
                  <a:pt x="0" y="0"/>
                </a:lnTo>
                <a:lnTo>
                  <a:pt x="0" y="3443036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6843964"/>
            <a:ext cx="4123397" cy="3443036"/>
          </a:xfrm>
          <a:custGeom>
            <a:avLst/>
            <a:gdLst/>
            <a:ahLst/>
            <a:cxnLst/>
            <a:rect r="r" b="b" t="t" l="l"/>
            <a:pathLst>
              <a:path h="3443036" w="4123397">
                <a:moveTo>
                  <a:pt x="4123397" y="0"/>
                </a:moveTo>
                <a:lnTo>
                  <a:pt x="0" y="0"/>
                </a:lnTo>
                <a:lnTo>
                  <a:pt x="0" y="3443036"/>
                </a:lnTo>
                <a:lnTo>
                  <a:pt x="4123397" y="3443036"/>
                </a:lnTo>
                <a:lnTo>
                  <a:pt x="4123397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9551637" y="1489265"/>
            <a:ext cx="6112773" cy="9302552"/>
          </a:xfrm>
          <a:custGeom>
            <a:avLst/>
            <a:gdLst/>
            <a:ahLst/>
            <a:cxnLst/>
            <a:rect r="r" b="b" t="t" l="l"/>
            <a:pathLst>
              <a:path h="9302552" w="6112773">
                <a:moveTo>
                  <a:pt x="0" y="0"/>
                </a:moveTo>
                <a:lnTo>
                  <a:pt x="6112773" y="0"/>
                </a:lnTo>
                <a:lnTo>
                  <a:pt x="6112773" y="9302552"/>
                </a:lnTo>
                <a:lnTo>
                  <a:pt x="0" y="9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988" r="-57716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076513">
            <a:off x="14204891" y="3405197"/>
            <a:ext cx="4174094" cy="980039"/>
          </a:xfrm>
          <a:custGeom>
            <a:avLst/>
            <a:gdLst/>
            <a:ahLst/>
            <a:cxnLst/>
            <a:rect r="r" b="b" t="t" l="l"/>
            <a:pathLst>
              <a:path h="980039" w="4174094">
                <a:moveTo>
                  <a:pt x="0" y="0"/>
                </a:moveTo>
                <a:lnTo>
                  <a:pt x="4174094" y="0"/>
                </a:lnTo>
                <a:lnTo>
                  <a:pt x="4174094" y="980039"/>
                </a:lnTo>
                <a:lnTo>
                  <a:pt x="0" y="98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12752" y="2462917"/>
            <a:ext cx="3442926" cy="6385062"/>
          </a:xfrm>
          <a:custGeom>
            <a:avLst/>
            <a:gdLst/>
            <a:ahLst/>
            <a:cxnLst/>
            <a:rect r="r" b="b" t="t" l="l"/>
            <a:pathLst>
              <a:path h="6385062" w="3442926">
                <a:moveTo>
                  <a:pt x="0" y="0"/>
                </a:moveTo>
                <a:lnTo>
                  <a:pt x="3442925" y="0"/>
                </a:lnTo>
                <a:lnTo>
                  <a:pt x="3442925" y="6385062"/>
                </a:lnTo>
                <a:lnTo>
                  <a:pt x="0" y="63850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910174" y="2488754"/>
            <a:ext cx="3168747" cy="6353418"/>
          </a:xfrm>
          <a:custGeom>
            <a:avLst/>
            <a:gdLst/>
            <a:ahLst/>
            <a:cxnLst/>
            <a:rect r="r" b="b" t="t" l="l"/>
            <a:pathLst>
              <a:path h="6353418" w="3168747">
                <a:moveTo>
                  <a:pt x="0" y="0"/>
                </a:moveTo>
                <a:lnTo>
                  <a:pt x="3168747" y="0"/>
                </a:lnTo>
                <a:lnTo>
                  <a:pt x="3168747" y="6353418"/>
                </a:lnTo>
                <a:lnTo>
                  <a:pt x="0" y="63534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649539">
            <a:off x="12694561" y="3936262"/>
            <a:ext cx="1174567" cy="1174567"/>
          </a:xfrm>
          <a:custGeom>
            <a:avLst/>
            <a:gdLst/>
            <a:ahLst/>
            <a:cxnLst/>
            <a:rect r="r" b="b" t="t" l="l"/>
            <a:pathLst>
              <a:path h="1174567" w="1174567">
                <a:moveTo>
                  <a:pt x="0" y="0"/>
                </a:moveTo>
                <a:lnTo>
                  <a:pt x="1174567" y="0"/>
                </a:lnTo>
                <a:lnTo>
                  <a:pt x="1174567" y="1174567"/>
                </a:lnTo>
                <a:lnTo>
                  <a:pt x="0" y="11745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04253" y="640430"/>
            <a:ext cx="9837231" cy="2447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03"/>
              </a:lnSpc>
            </a:pPr>
            <a:r>
              <a:rPr lang="en-US" sz="9351">
                <a:solidFill>
                  <a:srgbClr val="654225"/>
                </a:solidFill>
                <a:latin typeface="Funtastic"/>
                <a:ea typeface="Funtastic"/>
                <a:cs typeface="Funtastic"/>
                <a:sym typeface="Funtastic"/>
              </a:rPr>
              <a:t>Rancangan Aplikasi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398176"/>
            <a:ext cx="6460570" cy="779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92"/>
              </a:lnSpc>
              <a:spcBef>
                <a:spcPct val="0"/>
              </a:spcBef>
            </a:pPr>
            <a:r>
              <a:rPr lang="en-US" sz="4566">
                <a:solidFill>
                  <a:srgbClr val="654225"/>
                </a:solidFill>
                <a:latin typeface="Genty Sans"/>
                <a:ea typeface="Genty Sans"/>
                <a:cs typeface="Genty Sans"/>
                <a:sym typeface="Genty Sans"/>
              </a:rPr>
              <a:t>Tampilan Awal Aplikasi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51601" y="-1092595"/>
            <a:ext cx="4811967" cy="4114800"/>
          </a:xfrm>
          <a:custGeom>
            <a:avLst/>
            <a:gdLst/>
            <a:ahLst/>
            <a:cxnLst/>
            <a:rect r="r" b="b" t="t" l="l"/>
            <a:pathLst>
              <a:path h="4114800" w="4811967">
                <a:moveTo>
                  <a:pt x="0" y="0"/>
                </a:moveTo>
                <a:lnTo>
                  <a:pt x="4811967" y="0"/>
                </a:lnTo>
                <a:lnTo>
                  <a:pt x="48119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375568" y="-1092595"/>
            <a:ext cx="4811967" cy="4114800"/>
          </a:xfrm>
          <a:custGeom>
            <a:avLst/>
            <a:gdLst/>
            <a:ahLst/>
            <a:cxnLst/>
            <a:rect r="r" b="b" t="t" l="l"/>
            <a:pathLst>
              <a:path h="4114800" w="4811967">
                <a:moveTo>
                  <a:pt x="4811967" y="0"/>
                </a:moveTo>
                <a:lnTo>
                  <a:pt x="0" y="0"/>
                </a:lnTo>
                <a:lnTo>
                  <a:pt x="0" y="4114800"/>
                </a:lnTo>
                <a:lnTo>
                  <a:pt x="4811967" y="4114800"/>
                </a:lnTo>
                <a:lnTo>
                  <a:pt x="481196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33770" y="7751346"/>
            <a:ext cx="4626702" cy="4593054"/>
          </a:xfrm>
          <a:custGeom>
            <a:avLst/>
            <a:gdLst/>
            <a:ahLst/>
            <a:cxnLst/>
            <a:rect r="r" b="b" t="t" l="l"/>
            <a:pathLst>
              <a:path h="4593054" w="4626702">
                <a:moveTo>
                  <a:pt x="0" y="0"/>
                </a:moveTo>
                <a:lnTo>
                  <a:pt x="4626703" y="0"/>
                </a:lnTo>
                <a:lnTo>
                  <a:pt x="4626703" y="4593054"/>
                </a:lnTo>
                <a:lnTo>
                  <a:pt x="0" y="45930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2069346" y="7751346"/>
            <a:ext cx="4626702" cy="4593054"/>
          </a:xfrm>
          <a:custGeom>
            <a:avLst/>
            <a:gdLst/>
            <a:ahLst/>
            <a:cxnLst/>
            <a:rect r="r" b="b" t="t" l="l"/>
            <a:pathLst>
              <a:path h="4593054" w="4626702">
                <a:moveTo>
                  <a:pt x="4626702" y="0"/>
                </a:moveTo>
                <a:lnTo>
                  <a:pt x="0" y="0"/>
                </a:lnTo>
                <a:lnTo>
                  <a:pt x="0" y="4593054"/>
                </a:lnTo>
                <a:lnTo>
                  <a:pt x="4626702" y="4593054"/>
                </a:lnTo>
                <a:lnTo>
                  <a:pt x="462670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837158" y="1718738"/>
            <a:ext cx="3697583" cy="7506650"/>
          </a:xfrm>
          <a:custGeom>
            <a:avLst/>
            <a:gdLst/>
            <a:ahLst/>
            <a:cxnLst/>
            <a:rect r="r" b="b" t="t" l="l"/>
            <a:pathLst>
              <a:path h="7506650" w="3697583">
                <a:moveTo>
                  <a:pt x="0" y="0"/>
                </a:moveTo>
                <a:lnTo>
                  <a:pt x="3697582" y="0"/>
                </a:lnTo>
                <a:lnTo>
                  <a:pt x="3697582" y="7506650"/>
                </a:lnTo>
                <a:lnTo>
                  <a:pt x="0" y="75066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1375568" y="3816630"/>
            <a:ext cx="12367336" cy="206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23"/>
              </a:lnSpc>
            </a:pPr>
            <a:r>
              <a:rPr lang="en-US" sz="7851">
                <a:solidFill>
                  <a:srgbClr val="654225"/>
                </a:solidFill>
                <a:latin typeface="Funtastic"/>
                <a:ea typeface="Funtastic"/>
                <a:cs typeface="Funtastic"/>
                <a:sym typeface="Funtastic"/>
              </a:rPr>
              <a:t>Halaman Untuk </a:t>
            </a:r>
          </a:p>
          <a:p>
            <a:pPr algn="ctr">
              <a:lnSpc>
                <a:spcPts val="7223"/>
              </a:lnSpc>
            </a:pPr>
            <a:r>
              <a:rPr lang="en-US" sz="7851">
                <a:solidFill>
                  <a:srgbClr val="654225"/>
                </a:solidFill>
                <a:latin typeface="Funtastic"/>
                <a:ea typeface="Funtastic"/>
                <a:cs typeface="Funtastic"/>
                <a:sym typeface="Funtastic"/>
              </a:rPr>
              <a:t>Login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5434029" y="0"/>
            <a:ext cx="2853971" cy="4143697"/>
          </a:xfrm>
          <a:custGeom>
            <a:avLst/>
            <a:gdLst/>
            <a:ahLst/>
            <a:cxnLst/>
            <a:rect r="r" b="b" t="t" l="l"/>
            <a:pathLst>
              <a:path h="4143697" w="2853971">
                <a:moveTo>
                  <a:pt x="2853971" y="4143697"/>
                </a:moveTo>
                <a:lnTo>
                  <a:pt x="0" y="4143697"/>
                </a:lnTo>
                <a:lnTo>
                  <a:pt x="0" y="0"/>
                </a:lnTo>
                <a:lnTo>
                  <a:pt x="2853971" y="0"/>
                </a:lnTo>
                <a:lnTo>
                  <a:pt x="2853971" y="4143697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434029" y="6143303"/>
            <a:ext cx="2853971" cy="4143697"/>
          </a:xfrm>
          <a:custGeom>
            <a:avLst/>
            <a:gdLst/>
            <a:ahLst/>
            <a:cxnLst/>
            <a:rect r="r" b="b" t="t" l="l"/>
            <a:pathLst>
              <a:path h="4143697" w="2853971">
                <a:moveTo>
                  <a:pt x="2853971" y="0"/>
                </a:moveTo>
                <a:lnTo>
                  <a:pt x="0" y="0"/>
                </a:lnTo>
                <a:lnTo>
                  <a:pt x="0" y="4143697"/>
                </a:lnTo>
                <a:lnTo>
                  <a:pt x="2853971" y="4143697"/>
                </a:lnTo>
                <a:lnTo>
                  <a:pt x="2853971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11376" y="1249092"/>
            <a:ext cx="4185303" cy="8476832"/>
          </a:xfrm>
          <a:custGeom>
            <a:avLst/>
            <a:gdLst/>
            <a:ahLst/>
            <a:cxnLst/>
            <a:rect r="r" b="b" t="t" l="l"/>
            <a:pathLst>
              <a:path h="8476832" w="4185303">
                <a:moveTo>
                  <a:pt x="0" y="0"/>
                </a:moveTo>
                <a:lnTo>
                  <a:pt x="4185303" y="0"/>
                </a:lnTo>
                <a:lnTo>
                  <a:pt x="4185303" y="8476832"/>
                </a:lnTo>
                <a:lnTo>
                  <a:pt x="0" y="84768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32964" y="2499499"/>
            <a:ext cx="12339533" cy="243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03"/>
              </a:lnSpc>
            </a:pPr>
            <a:r>
              <a:rPr lang="en-US" sz="9351">
                <a:solidFill>
                  <a:srgbClr val="654225"/>
                </a:solidFill>
                <a:latin typeface="Funtastic"/>
                <a:ea typeface="Funtastic"/>
                <a:cs typeface="Funtastic"/>
                <a:sym typeface="Funtastic"/>
              </a:rPr>
              <a:t>Halaman Buat</a:t>
            </a:r>
          </a:p>
          <a:p>
            <a:pPr algn="just">
              <a:lnSpc>
                <a:spcPts val="8511"/>
              </a:lnSpc>
            </a:pPr>
            <a:r>
              <a:rPr lang="en-US" sz="9251">
                <a:solidFill>
                  <a:srgbClr val="654225"/>
                </a:solidFill>
                <a:latin typeface="Funtastic"/>
                <a:ea typeface="Funtastic"/>
                <a:cs typeface="Funtastic"/>
                <a:sym typeface="Funtastic"/>
              </a:rPr>
              <a:t>Akun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68152" y="-152197"/>
            <a:ext cx="4849052" cy="2923972"/>
          </a:xfrm>
          <a:custGeom>
            <a:avLst/>
            <a:gdLst/>
            <a:ahLst/>
            <a:cxnLst/>
            <a:rect r="r" b="b" t="t" l="l"/>
            <a:pathLst>
              <a:path h="2923972" w="4849052">
                <a:moveTo>
                  <a:pt x="0" y="0"/>
                </a:moveTo>
                <a:lnTo>
                  <a:pt x="4849052" y="0"/>
                </a:lnTo>
                <a:lnTo>
                  <a:pt x="4849052" y="2923972"/>
                </a:lnTo>
                <a:lnTo>
                  <a:pt x="0" y="2923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407100" y="-152197"/>
            <a:ext cx="4849052" cy="2923972"/>
          </a:xfrm>
          <a:custGeom>
            <a:avLst/>
            <a:gdLst/>
            <a:ahLst/>
            <a:cxnLst/>
            <a:rect r="r" b="b" t="t" l="l"/>
            <a:pathLst>
              <a:path h="2923972" w="4849052">
                <a:moveTo>
                  <a:pt x="4849052" y="0"/>
                </a:moveTo>
                <a:lnTo>
                  <a:pt x="0" y="0"/>
                </a:lnTo>
                <a:lnTo>
                  <a:pt x="0" y="2923972"/>
                </a:lnTo>
                <a:lnTo>
                  <a:pt x="4849052" y="2923972"/>
                </a:lnTo>
                <a:lnTo>
                  <a:pt x="48490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40119" y="1309224"/>
            <a:ext cx="4302541" cy="8668981"/>
          </a:xfrm>
          <a:custGeom>
            <a:avLst/>
            <a:gdLst/>
            <a:ahLst/>
            <a:cxnLst/>
            <a:rect r="r" b="b" t="t" l="l"/>
            <a:pathLst>
              <a:path h="8668981" w="4302541">
                <a:moveTo>
                  <a:pt x="0" y="0"/>
                </a:moveTo>
                <a:lnTo>
                  <a:pt x="4302541" y="0"/>
                </a:lnTo>
                <a:lnTo>
                  <a:pt x="4302541" y="8668981"/>
                </a:lnTo>
                <a:lnTo>
                  <a:pt x="0" y="86689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4239375"/>
            <a:ext cx="10558614" cy="244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03"/>
              </a:lnSpc>
            </a:pPr>
            <a:r>
              <a:rPr lang="en-US" sz="9351">
                <a:solidFill>
                  <a:srgbClr val="654225"/>
                </a:solidFill>
                <a:latin typeface="Funtastic"/>
                <a:ea typeface="Funtastic"/>
                <a:cs typeface="Funtastic"/>
                <a:sym typeface="Funtastic"/>
              </a:rPr>
              <a:t>Halaman Beranda Info Loker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330004"/>
            <a:ext cx="3679000" cy="2956996"/>
          </a:xfrm>
          <a:custGeom>
            <a:avLst/>
            <a:gdLst/>
            <a:ahLst/>
            <a:cxnLst/>
            <a:rect r="r" b="b" t="t" l="l"/>
            <a:pathLst>
              <a:path h="2956996" w="3679000">
                <a:moveTo>
                  <a:pt x="0" y="0"/>
                </a:moveTo>
                <a:lnTo>
                  <a:pt x="3679000" y="0"/>
                </a:lnTo>
                <a:lnTo>
                  <a:pt x="3679000" y="2956996"/>
                </a:lnTo>
                <a:lnTo>
                  <a:pt x="0" y="2956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06849" y="-2949534"/>
            <a:ext cx="6141582" cy="5010507"/>
          </a:xfrm>
          <a:custGeom>
            <a:avLst/>
            <a:gdLst/>
            <a:ahLst/>
            <a:cxnLst/>
            <a:rect r="r" b="b" t="t" l="l"/>
            <a:pathLst>
              <a:path h="5010507" w="6141582">
                <a:moveTo>
                  <a:pt x="0" y="0"/>
                </a:moveTo>
                <a:lnTo>
                  <a:pt x="6141582" y="0"/>
                </a:lnTo>
                <a:lnTo>
                  <a:pt x="6141582" y="5010507"/>
                </a:lnTo>
                <a:lnTo>
                  <a:pt x="0" y="50105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90905" y="1028700"/>
            <a:ext cx="4641473" cy="8969786"/>
          </a:xfrm>
          <a:custGeom>
            <a:avLst/>
            <a:gdLst/>
            <a:ahLst/>
            <a:cxnLst/>
            <a:rect r="r" b="b" t="t" l="l"/>
            <a:pathLst>
              <a:path h="8969786" w="4641473">
                <a:moveTo>
                  <a:pt x="0" y="0"/>
                </a:moveTo>
                <a:lnTo>
                  <a:pt x="4641473" y="0"/>
                </a:lnTo>
                <a:lnTo>
                  <a:pt x="4641473" y="8969786"/>
                </a:lnTo>
                <a:lnTo>
                  <a:pt x="0" y="89697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6737" y="3096232"/>
            <a:ext cx="9281165" cy="2569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63"/>
              </a:lnSpc>
            </a:pPr>
            <a:r>
              <a:rPr lang="en-US" sz="9851">
                <a:solidFill>
                  <a:srgbClr val="654225"/>
                </a:solidFill>
                <a:latin typeface="Funtastic"/>
                <a:ea typeface="Funtastic"/>
                <a:cs typeface="Funtastic"/>
                <a:sym typeface="Funtastic"/>
              </a:rPr>
              <a:t>Halaman Mengirim Loker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88509" y="-2505253"/>
            <a:ext cx="6141582" cy="5010507"/>
          </a:xfrm>
          <a:custGeom>
            <a:avLst/>
            <a:gdLst/>
            <a:ahLst/>
            <a:cxnLst/>
            <a:rect r="r" b="b" t="t" l="l"/>
            <a:pathLst>
              <a:path h="5010507" w="6141582">
                <a:moveTo>
                  <a:pt x="0" y="0"/>
                </a:moveTo>
                <a:lnTo>
                  <a:pt x="6141582" y="0"/>
                </a:lnTo>
                <a:lnTo>
                  <a:pt x="6141582" y="5010506"/>
                </a:lnTo>
                <a:lnTo>
                  <a:pt x="0" y="50105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83385" y="7189935"/>
            <a:ext cx="6141582" cy="5010507"/>
          </a:xfrm>
          <a:custGeom>
            <a:avLst/>
            <a:gdLst/>
            <a:ahLst/>
            <a:cxnLst/>
            <a:rect r="r" b="b" t="t" l="l"/>
            <a:pathLst>
              <a:path h="5010507" w="6141582">
                <a:moveTo>
                  <a:pt x="0" y="0"/>
                </a:moveTo>
                <a:lnTo>
                  <a:pt x="6141582" y="0"/>
                </a:lnTo>
                <a:lnTo>
                  <a:pt x="6141582" y="5010507"/>
                </a:lnTo>
                <a:lnTo>
                  <a:pt x="0" y="50105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29138" y="2370319"/>
            <a:ext cx="11029725" cy="5708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87"/>
              </a:lnSpc>
            </a:pPr>
            <a:r>
              <a:rPr lang="en-US" sz="21833">
                <a:solidFill>
                  <a:srgbClr val="654225"/>
                </a:solidFill>
                <a:latin typeface="Funtastic"/>
                <a:ea typeface="Funtastic"/>
                <a:cs typeface="Funtastic"/>
                <a:sym typeface="Funtastic"/>
              </a:rPr>
              <a:t>Terima Kasih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3981363">
            <a:off x="8641510" y="-1939440"/>
            <a:ext cx="4230168" cy="4114800"/>
          </a:xfrm>
          <a:custGeom>
            <a:avLst/>
            <a:gdLst/>
            <a:ahLst/>
            <a:cxnLst/>
            <a:rect r="r" b="b" t="t" l="l"/>
            <a:pathLst>
              <a:path h="4114800" w="4230168">
                <a:moveTo>
                  <a:pt x="0" y="0"/>
                </a:moveTo>
                <a:lnTo>
                  <a:pt x="4230168" y="0"/>
                </a:lnTo>
                <a:lnTo>
                  <a:pt x="42301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981363">
            <a:off x="6211183" y="8229600"/>
            <a:ext cx="4230168" cy="4114800"/>
          </a:xfrm>
          <a:custGeom>
            <a:avLst/>
            <a:gdLst/>
            <a:ahLst/>
            <a:cxnLst/>
            <a:rect r="r" b="b" t="t" l="l"/>
            <a:pathLst>
              <a:path h="4114800" w="4230168">
                <a:moveTo>
                  <a:pt x="0" y="0"/>
                </a:moveTo>
                <a:lnTo>
                  <a:pt x="4230168" y="0"/>
                </a:lnTo>
                <a:lnTo>
                  <a:pt x="42301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981363">
            <a:off x="16961168" y="3328472"/>
            <a:ext cx="4230168" cy="4114800"/>
          </a:xfrm>
          <a:custGeom>
            <a:avLst/>
            <a:gdLst/>
            <a:ahLst/>
            <a:cxnLst/>
            <a:rect r="r" b="b" t="t" l="l"/>
            <a:pathLst>
              <a:path h="4114800" w="4230168">
                <a:moveTo>
                  <a:pt x="0" y="0"/>
                </a:moveTo>
                <a:lnTo>
                  <a:pt x="4230169" y="0"/>
                </a:lnTo>
                <a:lnTo>
                  <a:pt x="42301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0410457">
            <a:off x="-2761831" y="2849174"/>
            <a:ext cx="4230168" cy="4114800"/>
          </a:xfrm>
          <a:custGeom>
            <a:avLst/>
            <a:gdLst/>
            <a:ahLst/>
            <a:cxnLst/>
            <a:rect r="r" b="b" t="t" l="l"/>
            <a:pathLst>
              <a:path h="4114800" w="4230168">
                <a:moveTo>
                  <a:pt x="0" y="0"/>
                </a:moveTo>
                <a:lnTo>
                  <a:pt x="4230169" y="0"/>
                </a:lnTo>
                <a:lnTo>
                  <a:pt x="42301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2433431">
            <a:off x="13724371" y="6757123"/>
            <a:ext cx="4702646" cy="4448878"/>
          </a:xfrm>
          <a:custGeom>
            <a:avLst/>
            <a:gdLst/>
            <a:ahLst/>
            <a:cxnLst/>
            <a:rect r="r" b="b" t="t" l="l"/>
            <a:pathLst>
              <a:path h="4448878" w="4702646">
                <a:moveTo>
                  <a:pt x="0" y="4448878"/>
                </a:moveTo>
                <a:lnTo>
                  <a:pt x="4702646" y="4448878"/>
                </a:lnTo>
                <a:lnTo>
                  <a:pt x="4702646" y="0"/>
                </a:lnTo>
                <a:lnTo>
                  <a:pt x="0" y="0"/>
                </a:lnTo>
                <a:lnTo>
                  <a:pt x="0" y="444887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2433431">
            <a:off x="-133661" y="-919514"/>
            <a:ext cx="4702646" cy="4448878"/>
          </a:xfrm>
          <a:custGeom>
            <a:avLst/>
            <a:gdLst/>
            <a:ahLst/>
            <a:cxnLst/>
            <a:rect r="r" b="b" t="t" l="l"/>
            <a:pathLst>
              <a:path h="4448878" w="4702646">
                <a:moveTo>
                  <a:pt x="4702646" y="0"/>
                </a:moveTo>
                <a:lnTo>
                  <a:pt x="0" y="0"/>
                </a:lnTo>
                <a:lnTo>
                  <a:pt x="0" y="4448878"/>
                </a:lnTo>
                <a:lnTo>
                  <a:pt x="4702646" y="4448878"/>
                </a:lnTo>
                <a:lnTo>
                  <a:pt x="470264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DAHX51JLzFM</dc:identifier>
  <dcterms:modified xsi:type="dcterms:W3CDTF">2011-08-01T06:04:30Z</dcterms:modified>
  <cp:revision>1</cp:revision>
  <dc:title>Cokelat dan Krem Ilustrasi Abstrak Tugas Presentasi</dc:title>
</cp:coreProperties>
</file>